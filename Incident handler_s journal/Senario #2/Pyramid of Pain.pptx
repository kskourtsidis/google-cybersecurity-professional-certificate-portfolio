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There is a high probability of the file being malicious. A VirusTotal </a:t>
            </a:r>
            <a:r>
              <a:rPr lang="en">
                <a:solidFill>
                  <a:srgbClr val="434343"/>
                </a:solidFill>
              </a:rPr>
              <a:t>report shows that 57 out of 72 security vendors have flagged this file as malicious. A file with a high number of vendor flags is more likely to be malicious. The community score of the file is -293, which is another strong indication of the file being malicious. According to the detection tab, this is a Trojan attack, designed to leave a backdoor for hackers, as reported by many security vendors. 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Steal Web Session Cookie (T1539)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Flagpro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 Requests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http://org.misecure.com/index.html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TCP 142.251.188.94:443 (www.gstatic.com)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SHA-1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8f35a9e70dbec8f1904991773f394cd4f9a07f5e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